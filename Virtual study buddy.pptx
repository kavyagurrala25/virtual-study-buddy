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omments/modernComment_100_134DDD59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75B6200-EF23-A7B5-01F0-D93656685AD9}" name="Kavya Gurrala" initials="KG" userId="d66b751e6ca019f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E8EFC8-498B-4C02-938A-FE3FD3CFC20A}" v="6" dt="2025-08-31T01:06:35.1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43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ya Gurrala" userId="d66b751e6ca019f8" providerId="LiveId" clId="{CC0CE755-52BC-4325-B502-959B041CC3B8}"/>
    <pc:docChg chg="undo custSel addSld delSld modSld">
      <pc:chgData name="Kavya Gurrala" userId="d66b751e6ca019f8" providerId="LiveId" clId="{CC0CE755-52BC-4325-B502-959B041CC3B8}" dt="2025-08-31T01:06:35.121" v="926" actId="931"/>
      <pc:docMkLst>
        <pc:docMk/>
      </pc:docMkLst>
      <pc:sldChg chg="addSp modSp mod">
        <pc:chgData name="Kavya Gurrala" userId="d66b751e6ca019f8" providerId="LiveId" clId="{CC0CE755-52BC-4325-B502-959B041CC3B8}" dt="2025-08-31T00:57:32.885" v="775"/>
        <pc:sldMkLst>
          <pc:docMk/>
          <pc:sldMk cId="323870041" sldId="256"/>
        </pc:sldMkLst>
        <pc:spChg chg="mod">
          <ac:chgData name="Kavya Gurrala" userId="d66b751e6ca019f8" providerId="LiveId" clId="{CC0CE755-52BC-4325-B502-959B041CC3B8}" dt="2025-08-31T00:57:32.885" v="775"/>
          <ac:spMkLst>
            <pc:docMk/>
            <pc:sldMk cId="323870041" sldId="256"/>
            <ac:spMk id="2" creationId="{47247D5D-A8BB-1F7E-6BC2-79ADF0F1FBEE}"/>
          </ac:spMkLst>
        </pc:spChg>
        <pc:spChg chg="mod">
          <ac:chgData name="Kavya Gurrala" userId="d66b751e6ca019f8" providerId="LiveId" clId="{CC0CE755-52BC-4325-B502-959B041CC3B8}" dt="2025-08-31T00:57:32.885" v="775"/>
          <ac:spMkLst>
            <pc:docMk/>
            <pc:sldMk cId="323870041" sldId="256"/>
            <ac:spMk id="3" creationId="{26A88005-52DF-4CDF-6F78-4F31C03BBE1B}"/>
          </ac:spMkLst>
        </pc:spChg>
        <pc:picChg chg="add mod">
          <ac:chgData name="Kavya Gurrala" userId="d66b751e6ca019f8" providerId="LiveId" clId="{CC0CE755-52BC-4325-B502-959B041CC3B8}" dt="2025-08-31T00:57:19.737" v="774" actId="1076"/>
          <ac:picMkLst>
            <pc:docMk/>
            <pc:sldMk cId="323870041" sldId="256"/>
            <ac:picMk id="5" creationId="{D7DBD7C2-C912-D6D3-30CE-BD0A9258E931}"/>
          </ac:picMkLst>
        </pc:picChg>
      </pc:sldChg>
      <pc:sldChg chg="addSp modSp mod">
        <pc:chgData name="Kavya Gurrala" userId="d66b751e6ca019f8" providerId="LiveId" clId="{CC0CE755-52BC-4325-B502-959B041CC3B8}" dt="2025-08-31T01:06:35.121" v="926" actId="931"/>
        <pc:sldMkLst>
          <pc:docMk/>
          <pc:sldMk cId="3895035772" sldId="257"/>
        </pc:sldMkLst>
        <pc:spChg chg="mod">
          <ac:chgData name="Kavya Gurrala" userId="d66b751e6ca019f8" providerId="LiveId" clId="{CC0CE755-52BC-4325-B502-959B041CC3B8}" dt="2025-08-31T00:57:32.885" v="775"/>
          <ac:spMkLst>
            <pc:docMk/>
            <pc:sldMk cId="3895035772" sldId="257"/>
            <ac:spMk id="2" creationId="{1E0F8355-ECAC-9366-E4CC-D99615E0B765}"/>
          </ac:spMkLst>
        </pc:spChg>
        <pc:spChg chg="mod">
          <ac:chgData name="Kavya Gurrala" userId="d66b751e6ca019f8" providerId="LiveId" clId="{CC0CE755-52BC-4325-B502-959B041CC3B8}" dt="2025-08-31T01:01:32.489" v="864" actId="20577"/>
          <ac:spMkLst>
            <pc:docMk/>
            <pc:sldMk cId="3895035772" sldId="257"/>
            <ac:spMk id="3" creationId="{4FC54C4B-FE33-B201-5670-1CEBA58C3222}"/>
          </ac:spMkLst>
        </pc:spChg>
        <pc:picChg chg="add mod">
          <ac:chgData name="Kavya Gurrala" userId="d66b751e6ca019f8" providerId="LiveId" clId="{CC0CE755-52BC-4325-B502-959B041CC3B8}" dt="2025-08-31T01:06:35.121" v="926" actId="931"/>
          <ac:picMkLst>
            <pc:docMk/>
            <pc:sldMk cId="3895035772" sldId="257"/>
            <ac:picMk id="5" creationId="{C33DFDDF-5DAC-85AE-2CBC-C04079910AF5}"/>
          </ac:picMkLst>
        </pc:picChg>
      </pc:sldChg>
      <pc:sldChg chg="del">
        <pc:chgData name="Kavya Gurrala" userId="d66b751e6ca019f8" providerId="LiveId" clId="{CC0CE755-52BC-4325-B502-959B041CC3B8}" dt="2025-08-31T00:34:38.112" v="0" actId="2696"/>
        <pc:sldMkLst>
          <pc:docMk/>
          <pc:sldMk cId="1954783937" sldId="258"/>
        </pc:sldMkLst>
      </pc:sldChg>
      <pc:sldChg chg="modSp mod">
        <pc:chgData name="Kavya Gurrala" userId="d66b751e6ca019f8" providerId="LiveId" clId="{CC0CE755-52BC-4325-B502-959B041CC3B8}" dt="2025-08-31T01:02:43.539" v="882" actId="20577"/>
        <pc:sldMkLst>
          <pc:docMk/>
          <pc:sldMk cId="3178136649" sldId="259"/>
        </pc:sldMkLst>
        <pc:spChg chg="mod">
          <ac:chgData name="Kavya Gurrala" userId="d66b751e6ca019f8" providerId="LiveId" clId="{CC0CE755-52BC-4325-B502-959B041CC3B8}" dt="2025-08-31T00:57:32.885" v="775"/>
          <ac:spMkLst>
            <pc:docMk/>
            <pc:sldMk cId="3178136649" sldId="259"/>
            <ac:spMk id="2" creationId="{5A3D1CFD-51E3-6EF1-BE62-995590447530}"/>
          </ac:spMkLst>
        </pc:spChg>
        <pc:spChg chg="mod">
          <ac:chgData name="Kavya Gurrala" userId="d66b751e6ca019f8" providerId="LiveId" clId="{CC0CE755-52BC-4325-B502-959B041CC3B8}" dt="2025-08-31T01:02:43.539" v="882" actId="20577"/>
          <ac:spMkLst>
            <pc:docMk/>
            <pc:sldMk cId="3178136649" sldId="259"/>
            <ac:spMk id="3" creationId="{7E44A202-4B0F-B39D-8AEE-73D993DF7953}"/>
          </ac:spMkLst>
        </pc:spChg>
      </pc:sldChg>
      <pc:sldChg chg="modSp new mod">
        <pc:chgData name="Kavya Gurrala" userId="d66b751e6ca019f8" providerId="LiveId" clId="{CC0CE755-52BC-4325-B502-959B041CC3B8}" dt="2025-08-31T01:03:25.017" v="891" actId="20577"/>
        <pc:sldMkLst>
          <pc:docMk/>
          <pc:sldMk cId="165855780" sldId="260"/>
        </pc:sldMkLst>
        <pc:spChg chg="mod">
          <ac:chgData name="Kavya Gurrala" userId="d66b751e6ca019f8" providerId="LiveId" clId="{CC0CE755-52BC-4325-B502-959B041CC3B8}" dt="2025-08-31T00:57:32.885" v="775"/>
          <ac:spMkLst>
            <pc:docMk/>
            <pc:sldMk cId="165855780" sldId="260"/>
            <ac:spMk id="2" creationId="{0AE5BEE7-6790-89DD-2B84-1FD05E36D064}"/>
          </ac:spMkLst>
        </pc:spChg>
        <pc:spChg chg="mod">
          <ac:chgData name="Kavya Gurrala" userId="d66b751e6ca019f8" providerId="LiveId" clId="{CC0CE755-52BC-4325-B502-959B041CC3B8}" dt="2025-08-31T01:03:25.017" v="891" actId="20577"/>
          <ac:spMkLst>
            <pc:docMk/>
            <pc:sldMk cId="165855780" sldId="260"/>
            <ac:spMk id="3" creationId="{2210E238-CF72-250B-E807-73CF0ABCA185}"/>
          </ac:spMkLst>
        </pc:spChg>
      </pc:sldChg>
      <pc:sldChg chg="modSp new del mod">
        <pc:chgData name="Kavya Gurrala" userId="d66b751e6ca019f8" providerId="LiveId" clId="{CC0CE755-52BC-4325-B502-959B041CC3B8}" dt="2025-08-31T00:48:21.396" v="420" actId="2696"/>
        <pc:sldMkLst>
          <pc:docMk/>
          <pc:sldMk cId="1027659639" sldId="261"/>
        </pc:sldMkLst>
        <pc:spChg chg="mod">
          <ac:chgData name="Kavya Gurrala" userId="d66b751e6ca019f8" providerId="LiveId" clId="{CC0CE755-52BC-4325-B502-959B041CC3B8}" dt="2025-08-31T00:46:14.852" v="195" actId="20577"/>
          <ac:spMkLst>
            <pc:docMk/>
            <pc:sldMk cId="1027659639" sldId="261"/>
            <ac:spMk id="2" creationId="{A6332CA2-1C83-407C-539A-96447E137396}"/>
          </ac:spMkLst>
        </pc:spChg>
        <pc:spChg chg="mod">
          <ac:chgData name="Kavya Gurrala" userId="d66b751e6ca019f8" providerId="LiveId" clId="{CC0CE755-52BC-4325-B502-959B041CC3B8}" dt="2025-08-31T00:47:55.592" v="419" actId="5793"/>
          <ac:spMkLst>
            <pc:docMk/>
            <pc:sldMk cId="1027659639" sldId="261"/>
            <ac:spMk id="3" creationId="{B5F999E1-F487-15A6-C465-D1F53DBEA2FF}"/>
          </ac:spMkLst>
        </pc:spChg>
      </pc:sldChg>
    </pc:docChg>
  </pc:docChgLst>
</pc:chgInfo>
</file>

<file path=ppt/comments/modernComment_100_134DDD5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E4AFD68-FFFB-41C9-A219-5B02ED29F990}" authorId="{475B6200-EF23-A7B5-01F0-D93656685AD9}" created="2025-08-31T01:08:28.690">
    <pc:sldMkLst xmlns:pc="http://schemas.microsoft.com/office/powerpoint/2013/main/command">
      <pc:docMk/>
      <pc:sldMk cId="323870041" sldId="256"/>
    </pc:sldMkLst>
    <p188:txBody>
      <a:bodyPr/>
      <a:lstStyle/>
      <a:p>
        <a:r>
          <a:rPr lang="en-IN"/>
          <a:t>kavya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1824-0B1C-4F76-9CCB-FD597D28015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55D75-7265-4CA5-B62E-A0FCFB6B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478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1824-0B1C-4F76-9CCB-FD597D28015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55D75-7265-4CA5-B62E-A0FCFB6B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700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1824-0B1C-4F76-9CCB-FD597D28015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55D75-7265-4CA5-B62E-A0FCFB6B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358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1824-0B1C-4F76-9CCB-FD597D28015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55D75-7265-4CA5-B62E-A0FCFB6B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161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1824-0B1C-4F76-9CCB-FD597D28015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55D75-7265-4CA5-B62E-A0FCFB6B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737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1824-0B1C-4F76-9CCB-FD597D28015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55D75-7265-4CA5-B62E-A0FCFB6B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615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1824-0B1C-4F76-9CCB-FD597D28015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55D75-7265-4CA5-B62E-A0FCFB6B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02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1824-0B1C-4F76-9CCB-FD597D28015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55D75-7265-4CA5-B62E-A0FCFB6B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62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1824-0B1C-4F76-9CCB-FD597D28015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55D75-7265-4CA5-B62E-A0FCFB6B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20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1824-0B1C-4F76-9CCB-FD597D28015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55D75-7265-4CA5-B62E-A0FCFB6B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920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1824-0B1C-4F76-9CCB-FD597D28015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55D75-7265-4CA5-B62E-A0FCFB6B55A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3096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1824-0B1C-4F76-9CCB-FD597D28015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55D75-7265-4CA5-B62E-A0FCFB6B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59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1824-0B1C-4F76-9CCB-FD597D28015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55D75-7265-4CA5-B62E-A0FCFB6B55A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2646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1824-0B1C-4F76-9CCB-FD597D28015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55D75-7265-4CA5-B62E-A0FCFB6B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550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1824-0B1C-4F76-9CCB-FD597D28015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55D75-7265-4CA5-B62E-A0FCFB6B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648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1824-0B1C-4F76-9CCB-FD597D28015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55D75-7265-4CA5-B62E-A0FCFB6B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669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F1824-0B1C-4F76-9CCB-FD597D28015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CB55D75-7265-4CA5-B62E-A0FCFB6B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906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0_134DDD59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47D5D-A8BB-1F7E-6BC2-79ADF0F1FB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Virtual study buddy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88005-52DF-4CDF-6F78-4F31C03BBE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Virtual study buddy helps you to connect and share with the people</a:t>
            </a:r>
            <a:endParaRPr lang="en-IN" dirty="0"/>
          </a:p>
        </p:txBody>
      </p:sp>
      <p:pic>
        <p:nvPicPr>
          <p:cNvPr id="5" name="Picture 4" descr="A logo with a person's head and a gear&#10;&#10;AI-generated content may be incorrect.">
            <a:extLst>
              <a:ext uri="{FF2B5EF4-FFF2-40B4-BE49-F238E27FC236}">
                <a16:creationId xmlns:a16="http://schemas.microsoft.com/office/drawing/2014/main" id="{D7DBD7C2-C912-D6D3-30CE-BD0A9258E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583" y="743414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700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F8355-ECAC-9366-E4CC-D99615E0B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 roles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54C4B-FE33-B201-5670-1CEBA58C3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dirty="0"/>
              <a:t>Member 1 </a:t>
            </a:r>
            <a:r>
              <a:rPr lang="en-IN" dirty="0"/>
              <a:t>: Struggling learner</a:t>
            </a:r>
          </a:p>
          <a:p>
            <a:pPr marL="457200" lvl="1" indent="0">
              <a:buNone/>
            </a:pPr>
            <a:r>
              <a:rPr lang="en-IN" dirty="0"/>
              <a:t>Member 2:  Procrastinator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Roles</a:t>
            </a:r>
          </a:p>
          <a:p>
            <a:pPr marL="0" indent="0">
              <a:buNone/>
            </a:pPr>
            <a:r>
              <a:rPr lang="en-US" dirty="0"/>
              <a:t>---  &gt;  All subjects are easy to learn from this website</a:t>
            </a:r>
          </a:p>
          <a:p>
            <a:pPr marL="0" indent="0">
              <a:buNone/>
            </a:pPr>
            <a:r>
              <a:rPr lang="en-US" dirty="0"/>
              <a:t>--- &gt;  Experienced candidates are provided in this website </a:t>
            </a:r>
          </a:p>
          <a:p>
            <a:pPr marL="0" indent="0">
              <a:buNone/>
            </a:pPr>
            <a:r>
              <a:rPr lang="en-US" dirty="0"/>
              <a:t>--- &gt;  The people who are struggling to learn the subject they can happily   utilize this website and gain the knowledge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035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D1CFD-51E3-6EF1-BE62-99559044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teaching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4A202-4B0F-B39D-8AEE-73D993DF7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Involves procrastinator and learners </a:t>
            </a:r>
          </a:p>
          <a:p>
            <a:r>
              <a:rPr lang="en-US" dirty="0"/>
              <a:t> Encourage and expect learners to participate</a:t>
            </a:r>
          </a:p>
          <a:p>
            <a:r>
              <a:rPr lang="en-US" dirty="0"/>
              <a:t> Use questions to stimulate discussion , emphasizing the value of answers</a:t>
            </a:r>
          </a:p>
          <a:p>
            <a:r>
              <a:rPr lang="en-US" dirty="0"/>
              <a:t> Give participants hands on experience</a:t>
            </a:r>
          </a:p>
          <a:p>
            <a:r>
              <a:rPr lang="en-US" dirty="0"/>
              <a:t> Use teaching aids to gain and retain attention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8136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5BEE7-6790-89DD-2B84-1FD05E36D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0E238-CF72-250B-E807-73CF0ABCA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based on the idea that learning is a natural social act in which the participants talk , share, plan together</a:t>
            </a:r>
          </a:p>
          <a:p>
            <a:r>
              <a:rPr lang="en-US" dirty="0"/>
              <a:t> It defines the conduct one has to adopt and display in performing the roles demanded by his/her chosen in career.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     THANKYOU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                        PRIW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5578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</TotalTime>
  <Words>161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Virtual study buddy</vt:lpstr>
      <vt:lpstr>Member roles</vt:lpstr>
      <vt:lpstr>Interactive teaching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Kavya Gurrala</dc:creator>
  <cp:lastModifiedBy>Kavya Gurrala</cp:lastModifiedBy>
  <cp:revision>1</cp:revision>
  <dcterms:created xsi:type="dcterms:W3CDTF">2025-08-31T00:02:28Z</dcterms:created>
  <dcterms:modified xsi:type="dcterms:W3CDTF">2025-08-31T01:08:36Z</dcterms:modified>
</cp:coreProperties>
</file>